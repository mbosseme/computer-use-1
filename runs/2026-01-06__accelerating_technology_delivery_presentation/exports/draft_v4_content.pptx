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0" r:id="rId4"/>
  </p:sldMasterIdLst>
  <p:notesMasterIdLst>
    <p:notesMasterId r:id="rId23"/>
  </p:notesMasterIdLst>
  <p:sldIdLst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</p:sldIdLst>
  <p:sldSz cx="12192000" cy="6858000"/>
  <p:notesSz cx="6858000" cy="9144000"/>
  <p:defaultTextStyle>
    <a:defPPr>
      <a:defRPr lang="en-US"/>
    </a:defPPr>
    <a:lvl1pPr marL="0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760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519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278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037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3797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557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315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075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orient="horz" pos="5204" userDrawn="1">
          <p15:clr>
            <a:srgbClr val="A4A3A4"/>
          </p15:clr>
        </p15:guide>
        <p15:guide id="11" pos="288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orient="horz" pos="3816" userDrawn="1">
          <p15:clr>
            <a:srgbClr val="A4A3A4"/>
          </p15:clr>
        </p15:guide>
        <p15:guide id="16" pos="7392" userDrawn="1">
          <p15:clr>
            <a:srgbClr val="A4A3A4"/>
          </p15:clr>
        </p15:guide>
        <p15:guide id="17" orient="horz" pos="2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17BA72-F0CB-6431-D0F4-4ECB6E50A720}" name="Hyland, Jessica" initials="HJ" userId="S::jessica_hyland@premierinc.com::5a162d91-f996-4575-afaa-b123ab36f37a" providerId="AD"/>
  <p188:author id="{8122E59B-9434-983D-53E6-F7B302FEF659}" name="Taylor, Sarah" initials="TS" userId="S::sarah_taylor@premierinc.com::d81e9249-fd14-443d-b7ec-b0c800e1aa1b" providerId="AD"/>
  <p188:author id="{1BA944E8-0072-95B2-CB3E-38536722B4E4}" name="Juchnik, Amalia" initials="JA" userId="S::amalia_juchnik@premierinc.com::d750bbb1-9855-43b0-9f6b-fa54597ba7a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97D7"/>
    <a:srgbClr val="FFC532"/>
    <a:srgbClr val="103454"/>
    <a:srgbClr val="00B2E3"/>
    <a:srgbClr val="5B9BD5"/>
    <a:srgbClr val="0F2332"/>
    <a:srgbClr val="44546A"/>
    <a:srgbClr val="001F31"/>
    <a:srgbClr val="FFFFFF"/>
    <a:srgbClr val="D6D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49" autoAdjust="0"/>
    <p:restoredTop sz="96327" autoAdjust="0"/>
  </p:normalViewPr>
  <p:slideViewPr>
    <p:cSldViewPr snapToGrid="0">
      <p:cViewPr varScale="1">
        <p:scale>
          <a:sx n="123" d="100"/>
          <a:sy n="123" d="100"/>
        </p:scale>
        <p:origin x="1104" y="184"/>
      </p:cViewPr>
      <p:guideLst>
        <p:guide pos="3840"/>
        <p:guide orient="horz" pos="5204"/>
        <p:guide pos="288"/>
        <p:guide orient="horz" pos="2160"/>
        <p:guide orient="horz" pos="3816"/>
        <p:guide pos="7392"/>
        <p:guide orient="horz" pos="2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-3792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8/10/relationships/authors" Target="authors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1D146-B4E0-1741-B9EE-9789392EFC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63621-2E60-B848-8968-B0341E26A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2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1pPr>
    <a:lvl2pPr marL="812760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2pPr>
    <a:lvl3pPr marL="1625519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3pPr>
    <a:lvl4pPr marL="2438278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4pPr>
    <a:lvl5pPr marL="3251037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5pPr>
    <a:lvl6pPr marL="4063797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6pPr>
    <a:lvl7pPr marL="4876557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7pPr>
    <a:lvl8pPr marL="5689315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8pPr>
    <a:lvl9pPr marL="6502075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ky with a few clouds&#10;&#10;Description automatically generated with medium confidence">
            <a:extLst>
              <a:ext uri="{FF2B5EF4-FFF2-40B4-BE49-F238E27FC236}">
                <a16:creationId xmlns:a16="http://schemas.microsoft.com/office/drawing/2014/main" id="{1ADD2DBD-FA84-75D1-CF5C-1EE6366C41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Slide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or Subtitle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73F45D-7320-227B-C240-3036DD0574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740823" y="4822038"/>
            <a:ext cx="1434508" cy="30285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200" b="0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Presented by: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21A5214-B045-AFBE-A68B-51F8997597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740823" y="5279235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441E8EA-852C-1F44-35C4-0A9345388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740823" y="5704538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90211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itle Slide 1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dots&#10;&#10;Description automatically generated">
            <a:extLst>
              <a:ext uri="{FF2B5EF4-FFF2-40B4-BE49-F238E27FC236}">
                <a16:creationId xmlns:a16="http://schemas.microsoft.com/office/drawing/2014/main" id="{8103E555-7E03-10F9-248F-1FA120D19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9C7C19A4-5C6C-BA8A-11FE-282782D4F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41B630B-9EA3-16A5-FC4B-AB8C9F5AD2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26035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itle Slide 2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wavy lines on a black background&#10;&#10;Description automatically generated">
            <a:extLst>
              <a:ext uri="{FF2B5EF4-FFF2-40B4-BE49-F238E27FC236}">
                <a16:creationId xmlns:a16="http://schemas.microsoft.com/office/drawing/2014/main" id="{CCFC9857-2E80-3D3F-3C0F-492BEEDF4F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CD9C0366-1D1A-D2B0-5AD8-784DD3B1C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6834ED8-0DE2-7932-C103-4923B68D1A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7846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t Friendly Title/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and white clouds&#10;&#10;Description automatically generated">
            <a:extLst>
              <a:ext uri="{FF2B5EF4-FFF2-40B4-BE49-F238E27FC236}">
                <a16:creationId xmlns:a16="http://schemas.microsoft.com/office/drawing/2014/main" id="{5056C837-C03B-33FE-EC2C-A8C9F0DF2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CA301B25-1FE3-FF78-0393-3B1B7069A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Print Friendly Cover Slide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2B5CD03-AFEF-3DDE-2C2D-98C4EEB509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or Subtitle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6557EFA-F1C2-D1D1-3018-751C32D1D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740823" y="4822038"/>
            <a:ext cx="1434508" cy="30285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200" b="0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Presented by: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D28B065-62F6-FF08-3529-016911457E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740823" y="5279235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9A56295-37B4-7087-0909-197E857C9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740823" y="5704538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76727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0216ADD-BE51-6C27-4F8D-AF21CB056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F27458C2-88B5-CA15-A846-4D6849C86E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8"/>
            <a:ext cx="11266137" cy="4854396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buClr>
                <a:schemeClr val="tx2"/>
              </a:buClr>
              <a:defRPr sz="1800"/>
            </a:lvl1pPr>
            <a:lvl2pPr>
              <a:spcBef>
                <a:spcPts val="0"/>
              </a:spcBef>
              <a:buClr>
                <a:schemeClr val="tx2"/>
              </a:buClr>
              <a:defRPr sz="1800"/>
            </a:lvl2pPr>
            <a:lvl3pPr>
              <a:spcBef>
                <a:spcPts val="0"/>
              </a:spcBef>
              <a:buClr>
                <a:schemeClr val="tx2"/>
              </a:buClr>
              <a:defRPr sz="1800"/>
            </a:lvl3pPr>
            <a:lvl4pPr>
              <a:spcBef>
                <a:spcPts val="0"/>
              </a:spcBef>
              <a:buClr>
                <a:schemeClr val="tx2"/>
              </a:buClr>
              <a:defRPr sz="1600"/>
            </a:lvl4pPr>
            <a:lvl5pPr>
              <a:spcBef>
                <a:spcPts val="0"/>
              </a:spcBef>
              <a:buClr>
                <a:schemeClr val="tx2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759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Dark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E80FFE72-A3D2-6B1A-2BB2-939E31BC7E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C1742D7-3DCA-AC54-12A5-E020C20B30AB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9927C34D-3DCD-3774-B56B-5F3A4C51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5B9B9952-F5B4-361D-BA74-93340C9124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7"/>
            <a:ext cx="11266137" cy="4854395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 marL="285750" indent="-285750"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3947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011938A2-6498-C9F1-A583-9B881CE721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0216ADD-BE51-6C27-4F8D-AF21CB056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454FA4-FD32-5BE4-8CC8-68C14CC2F36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7"/>
            <a:ext cx="11266137" cy="4854395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800"/>
            </a:lvl2pPr>
            <a:lvl3pPr>
              <a:spcBef>
                <a:spcPts val="0"/>
              </a:spcBef>
              <a:defRPr sz="18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3918B46-F791-DA73-6596-21329237ED82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83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Dark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610DC5B2-49BD-D8EB-B826-F45E4292F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9B8E9E-2C5F-D241-E5B0-8D4107F0BF55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DED0C35-ACBA-D087-99E1-1EE9B5D0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931D2B1-B24B-1A79-02B4-CF6D37591C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7"/>
            <a:ext cx="11266137" cy="4854395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 marL="285750" indent="-285750"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9295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2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Dark -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BEA72822-45BD-418D-7A73-385B617FAC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FB84A-DC69-DFC3-B221-874A25B60635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72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25266E05-DC15-4E2F-2963-5D82D19B29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969ED-E9FE-2084-5BF0-CC946295538A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583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Dark -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F3F14181-C15C-F7FB-7B0C-68E28496A8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E0E0118-ED8A-A7FB-EF35-45B3E27323F1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837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60DDAD0A-CA11-6461-4174-0975F48922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D97D81-9430-EC7C-C815-DBEBDEBFA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696" y="1197811"/>
            <a:ext cx="5462520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8B28B8D-3E09-1F06-06B8-B641CBA16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6274" y="1197811"/>
            <a:ext cx="5629833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1BFD23E-E9FD-DBCF-B7A9-F612FD8D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D3F5C4-D851-808D-14FE-04C1406D0240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197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 dark -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0AB442FE-7781-303D-5AFA-FC0EBC12EE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D97D81-9430-EC7C-C815-DBEBDEBFA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696" y="1197811"/>
            <a:ext cx="5462520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8B28B8D-3E09-1F06-06B8-B641CBA16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6274" y="1197811"/>
            <a:ext cx="5629833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1BFD23E-E9FD-DBCF-B7A9-F612FD8D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D3F5C4-D851-808D-14FE-04C1406D0240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184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972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Dark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E80FFE72-A3D2-6B1A-2BB2-939E31BC7E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C1742D7-3DCA-AC54-12A5-E020C20B30AB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9927C34D-3DCD-3774-B56B-5F3A4C51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651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60DDAD0A-CA11-6461-4174-0975F48922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1BFD23E-E9FD-DBCF-B7A9-F612FD8D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D3F5C4-D851-808D-14FE-04C1406D0240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790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Dark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610DC5B2-49BD-D8EB-B826-F45E4292F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9B8E9E-2C5F-D241-E5B0-8D4107F0BF55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DED0C35-ACBA-D087-99E1-1EE9B5D0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4826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327F3D7F-BE07-556C-B404-F595EC7BB3F1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6251913-F71D-3934-16AC-23A2C72F366E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91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59" r:id="rId2"/>
    <p:sldLayoutId id="2147483860" r:id="rId3"/>
    <p:sldLayoutId id="2147483864" r:id="rId4"/>
    <p:sldLayoutId id="2147483682" r:id="rId5"/>
    <p:sldLayoutId id="2147483861" r:id="rId6"/>
    <p:sldLayoutId id="2147483850" r:id="rId7"/>
    <p:sldLayoutId id="2147483862" r:id="rId8"/>
    <p:sldLayoutId id="2147483686" r:id="rId9"/>
    <p:sldLayoutId id="2147483867" r:id="rId10"/>
    <p:sldLayoutId id="2147483869" r:id="rId11"/>
    <p:sldLayoutId id="2147483870" r:id="rId12"/>
    <p:sldLayoutId id="2147483854" r:id="rId13"/>
    <p:sldLayoutId id="2147483868" r:id="rId14"/>
    <p:sldLayoutId id="2147483865" r:id="rId15"/>
    <p:sldLayoutId id="2147483871" r:id="rId16"/>
    <p:sldLayoutId id="2147483866" r:id="rId17"/>
    <p:sldLayoutId id="2147483872" r:id="rId18"/>
  </p:sldLayoutIdLst>
  <p:hf hdr="0" ftr="0" dt="0"/>
  <p:txStyles>
    <p:titleStyle>
      <a:lvl1pPr algn="l" defTabSz="1219140" rtl="0" eaLnBrk="1" latinLnBrk="0" hangingPunct="1">
        <a:lnSpc>
          <a:spcPct val="86000"/>
        </a:lnSpc>
        <a:spcBef>
          <a:spcPct val="0"/>
        </a:spcBef>
        <a:buNone/>
        <a:defRPr sz="2667" b="1" kern="800" spc="-53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40" rtl="0" eaLnBrk="1" latinLnBrk="0" hangingPunct="1">
        <a:lnSpc>
          <a:spcPct val="100000"/>
        </a:lnSpc>
        <a:spcBef>
          <a:spcPts val="1333"/>
        </a:spcBef>
        <a:buClr>
          <a:schemeClr val="tx2">
            <a:lumMod val="50000"/>
          </a:schemeClr>
        </a:buClr>
        <a:buFont typeface="Arial" panose="020B0604020202020204" pitchFamily="34" charset="0"/>
        <a:buNone/>
        <a:defRPr sz="2400" kern="800" spc="-13">
          <a:solidFill>
            <a:schemeClr val="tx1"/>
          </a:solidFill>
          <a:latin typeface="+mn-lt"/>
          <a:ea typeface="+mn-ea"/>
          <a:cs typeface="+mn-cs"/>
        </a:defRPr>
      </a:lvl1pPr>
      <a:lvl2pPr marL="304792" indent="-304792" algn="l" defTabSz="1219140" rtl="0" eaLnBrk="1" latinLnBrk="0" hangingPunct="1">
        <a:lnSpc>
          <a:spcPct val="100000"/>
        </a:lnSpc>
        <a:spcBef>
          <a:spcPts val="1333"/>
        </a:spcBef>
        <a:buClr>
          <a:schemeClr val="tx2"/>
        </a:buClr>
        <a:buFont typeface="Arial" panose="020B0604020202020204" pitchFamily="34" charset="0"/>
        <a:buChar char="•"/>
        <a:defRPr sz="2400" kern="800">
          <a:solidFill>
            <a:schemeClr val="tx1"/>
          </a:solidFill>
          <a:latin typeface="+mn-lt"/>
          <a:ea typeface="+mn-ea"/>
          <a:cs typeface="+mn-cs"/>
        </a:defRPr>
      </a:lvl2pPr>
      <a:lvl3pPr marL="539737" indent="-234945" algn="l" defTabSz="1219140" rtl="0" eaLnBrk="1" latinLnBrk="0" hangingPunct="1">
        <a:lnSpc>
          <a:spcPct val="100000"/>
        </a:lnSpc>
        <a:spcBef>
          <a:spcPts val="533"/>
        </a:spcBef>
        <a:buClr>
          <a:schemeClr val="tx2"/>
        </a:buClr>
        <a:buFont typeface="Arial" panose="020B0604020202020204" pitchFamily="34" charset="0"/>
        <a:buChar char="–"/>
        <a:defRPr sz="2133" kern="800">
          <a:solidFill>
            <a:schemeClr val="tx1"/>
          </a:solidFill>
          <a:latin typeface="+mn-lt"/>
          <a:ea typeface="+mn-ea"/>
          <a:cs typeface="+mn-cs"/>
        </a:defRPr>
      </a:lvl3pPr>
      <a:lvl4pPr marL="761981" indent="-222245" algn="l" defTabSz="1219140" rtl="0" eaLnBrk="1" latinLnBrk="0" hangingPunct="1">
        <a:lnSpc>
          <a:spcPct val="100000"/>
        </a:lnSpc>
        <a:spcBef>
          <a:spcPts val="267"/>
        </a:spcBef>
        <a:buClr>
          <a:schemeClr val="tx2"/>
        </a:buClr>
        <a:buFont typeface="Arial" panose="020B0604020202020204" pitchFamily="34" charset="0"/>
        <a:buChar char="•"/>
        <a:defRPr sz="1867" kern="800">
          <a:solidFill>
            <a:schemeClr val="tx1"/>
          </a:solidFill>
          <a:latin typeface="+mn-lt"/>
          <a:ea typeface="+mn-ea"/>
          <a:cs typeface="+mn-cs"/>
        </a:defRPr>
      </a:lvl4pPr>
      <a:lvl5pPr marL="992693" indent="-230712" algn="l" defTabSz="1219140" rtl="0" eaLnBrk="1" latinLnBrk="0" hangingPunct="1">
        <a:lnSpc>
          <a:spcPct val="100000"/>
        </a:lnSpc>
        <a:spcBef>
          <a:spcPts val="267"/>
        </a:spcBef>
        <a:buClr>
          <a:schemeClr val="tx2"/>
        </a:buClr>
        <a:buFont typeface="Arial" panose="020B0604020202020204" pitchFamily="34" charset="0"/>
        <a:buChar char="–"/>
        <a:defRPr sz="1600" kern="8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0D66-5E3E-62A3-EB82-51F92925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58A0-F806-FE5F-28D9-4051B9B84D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C1DF7-4372-BA62-70F2-9A29DA08D7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E6BE1-9AAE-BEEA-6D4F-DF45C5004B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E6F6D3-2931-F3A8-02FC-EF49A6B430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79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3E88-1B1B-DF15-41D1-633EB9AE4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9547-5AD0-90D1-06D4-79BAE36B44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8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9545-0F04-95EE-492E-9D70506D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342A8-82E6-340C-32A0-BBEAD8C8D5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5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192D3-681C-F571-6CEA-4B23BD20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9ADB7-C58D-F323-A297-629BA425E3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724DE-BACD-72EA-7567-7F20BB545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5B34C-AE02-252A-7C75-66EAF15D1C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F8F4A2-BCD4-468A-9BE9-5827D12769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7F42-F1F8-97C7-74B1-C6D1DC65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7FB78-CD21-ECE6-E8E0-4BF83416BA2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4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E73D-546B-00C8-0E4C-0B4466B7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4CDA-ECC0-A88D-BC8D-26ADDE42C3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55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42538-1A48-6A46-0CF1-34DD1815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8E0DA-7ABB-38E8-02B7-B6740DB884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62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EACEE-A71E-547B-CC65-A00A3B003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5EDCC-8F69-1A65-1675-614415421C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07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3B8CBC-E653-B731-5C9E-3B9C871F12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E25C0-9E93-4C99-7D08-F2C9405361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BB5DA-9F4A-159E-FF04-CAD6A25534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817154-EEF0-F01C-28E3-8AC577B2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5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95EBCB-2317-1492-04C4-D0920DA340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4357-E279-96FE-FAED-01656A3B24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C1A76-C527-5A23-9756-FE5426CF4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047572-0DC8-5C63-3BD8-99A2E3B4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7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19C08D-666A-7449-2AA4-A85B40EDA5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EA1AC-C932-476D-A300-63AE3DC153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EAC55-261B-2DB0-C0D6-92DD4CCC2E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F285E7-3F29-0C51-67B2-91E14D81B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06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A0046A-6347-BB2D-FB23-B950849FB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C1102-F32E-6003-6EE0-F65F7DAD05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BB517-EF98-BDA2-2CE0-28943A9BA4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9BD918-9A97-61EF-C52F-F5B509F63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91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387243-7D9D-2260-9924-2137B7726F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B17A8-9FF8-CA88-C53A-256E419C82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D9A170-B57E-9E76-5102-D2C7D583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51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3B4ED4-56C2-83C9-098A-3501CCA311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8CD53-402E-5B2D-10D8-6E5AB50997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EE0192-8A37-0395-14C9-CFF732C2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73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EBB8-554B-184F-84E7-940CE2CC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3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B898-FF9E-CA2D-ED51-D92BD0ED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09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D63F-343C-70BA-0261-BC534C26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0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10D3-5045-BE3F-42B9-2B9AC184D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28006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{{SECTION_TITLE}}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{{SECTION_HEADER}}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457200"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Accelerating Technology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lIns="457200"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Velocity, Quality, and Safety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tIns="182880"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1. Current Velocity Metrics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2. The Bottleneck Analysis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3. Solution: The 'Consensus Loop'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4. Roadmap Q1-Q2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Phase 1: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Bottlenecks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tIns="182880"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Manual Code Reviews: 48h delay average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Flaky Integration Tests: 20% failure rate blocks merge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Monolithic Pipeline: 1h build time slows feedback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Phase 2: Solution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tIns="182880"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Safe-Fail Architecture: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Automated Geometry Linting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Truthful Native Rendering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Visual Critique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tIns="182880"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Key Benefits: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10x Velocity Increase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Zero Brand Defects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Reduced Human Review Time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The Consensus Loop Approach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Phase 3: Execution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tIns="182880"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Q1: MVP Launch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Deploy Consensus Loop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Onboard Pilot Team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Validate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tIns="182880"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Q2: Enterprise Scale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Self-Service Portal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Support for 50+ Teams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Advanced Style Governance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Scaling the Platform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Q1-Q2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6x9-Widescreen_PPT_2025">
  <a:themeElements>
    <a:clrScheme name="Premier 2025 Colors 1">
      <a:dk1>
        <a:srgbClr val="000000"/>
      </a:dk1>
      <a:lt1>
        <a:srgbClr val="FFFFFF"/>
      </a:lt1>
      <a:dk2>
        <a:srgbClr val="133652"/>
      </a:dk2>
      <a:lt2>
        <a:srgbClr val="C9D3D7"/>
      </a:lt2>
      <a:accent1>
        <a:srgbClr val="1696D6"/>
      </a:accent1>
      <a:accent2>
        <a:srgbClr val="8BCBEB"/>
      </a:accent2>
      <a:accent3>
        <a:srgbClr val="FFC532"/>
      </a:accent3>
      <a:accent4>
        <a:srgbClr val="E24200"/>
      </a:accent4>
      <a:accent5>
        <a:srgbClr val="C9D3D7"/>
      </a:accent5>
      <a:accent6>
        <a:srgbClr val="027E91"/>
      </a:accent6>
      <a:hlink>
        <a:srgbClr val="00B2E3"/>
      </a:hlink>
      <a:folHlink>
        <a:srgbClr val="2F536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mier-FY25-PPT-Feb25" id="{923746DF-2174-D443-86B2-B5EB0AF82B58}" vid="{08798778-40AD-4043-BE38-F98C0B76F8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80F4513B69654CBDCE86B598670206" ma:contentTypeVersion="17" ma:contentTypeDescription="Create a new document." ma:contentTypeScope="" ma:versionID="2a89d0a4579ee91a166647e27005f524">
  <xsd:schema xmlns:xsd="http://www.w3.org/2001/XMLSchema" xmlns:xs="http://www.w3.org/2001/XMLSchema" xmlns:p="http://schemas.microsoft.com/office/2006/metadata/properties" xmlns:ns2="e45bd000-b570-4140-a88c-81abd2764c23" xmlns:ns3="240940fc-fcd2-46f0-9b14-c42b38bf7ab3" targetNamespace="http://schemas.microsoft.com/office/2006/metadata/properties" ma:root="true" ma:fieldsID="92a8df15febcdafac73664e2eb9c6a0a" ns2:_="" ns3:_="">
    <xsd:import namespace="e45bd000-b570-4140-a88c-81abd2764c23"/>
    <xsd:import namespace="240940fc-fcd2-46f0-9b14-c42b38bf7a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Order0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bd000-b570-4140-a88c-81abd2764c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Order0" ma:index="19" nillable="true" ma:displayName="Order" ma:format="Dropdown" ma:internalName="Order0" ma:percentage="FALSE">
      <xsd:simpleType>
        <xsd:restriction base="dms:Number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8e94436-31f2-429a-b026-2f99bd5aca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0940fc-fcd2-46f0-9b14-c42b38bf7ab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7790fdf-4320-40a9-9cb6-03f525650c2e}" ma:internalName="TaxCatchAll" ma:showField="CatchAllData" ma:web="240940fc-fcd2-46f0-9b14-c42b38bf7a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rder0 xmlns="e45bd000-b570-4140-a88c-81abd2764c23" xsi:nil="true"/>
    <TaxCatchAll xmlns="240940fc-fcd2-46f0-9b14-c42b38bf7ab3" xsi:nil="true"/>
    <lcf76f155ced4ddcb4097134ff3c332f xmlns="e45bd000-b570-4140-a88c-81abd2764c2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0A4B34F-991E-45D7-BEC8-B3198829A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5bd000-b570-4140-a88c-81abd2764c23"/>
    <ds:schemaRef ds:uri="240940fc-fcd2-46f0-9b14-c42b38bf7a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D9EE64-0C5F-42CB-AC63-188316E27E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279308-DC63-409F-A6E9-FA8579FE571F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240940fc-fcd2-46f0-9b14-c42b38bf7ab3"/>
    <ds:schemaRef ds:uri="e45bd000-b570-4140-a88c-81abd2764c2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0</Words>
  <Application>Microsoft Macintosh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16x9-Widescreen_PPT_2025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Orr, Jordon</dc:creator>
  <cp:lastModifiedBy>Orr, Jordon</cp:lastModifiedBy>
  <cp:revision>2</cp:revision>
  <dcterms:created xsi:type="dcterms:W3CDTF">2025-02-05T20:17:24Z</dcterms:created>
  <dcterms:modified xsi:type="dcterms:W3CDTF">2025-02-05T21:52:43Z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0x010100C380F4513B69654CBDCE86B598670206</vt:lpwstr>
  </property>
  <property fmtid="{D5CDD505-2E9C-101B-9397-08002B2CF9AE}" pid="3" name="MSIP_Label_d706494a-bfc2-4f46-ab17-24d8fac696a6_Enabled">
    <vt:lpwstr>true</vt:lpwstr>
  </property>
  <property fmtid="{D5CDD505-2E9C-101B-9397-08002B2CF9AE}" pid="4" name="MSIP_Label_d706494a-bfc2-4f46-ab17-24d8fac696a6_SetDate">
    <vt:lpwstr>2021-01-06T18:19:49Z</vt:lpwstr>
  </property>
  <property fmtid="{D5CDD505-2E9C-101B-9397-08002B2CF9AE}" pid="5" name="MSIP_Label_d706494a-bfc2-4f46-ab17-24d8fac696a6_Method">
    <vt:lpwstr>Standard</vt:lpwstr>
  </property>
  <property fmtid="{D5CDD505-2E9C-101B-9397-08002B2CF9AE}" pid="6" name="MSIP_Label_d706494a-bfc2-4f46-ab17-24d8fac696a6_Name">
    <vt:lpwstr>Public2</vt:lpwstr>
  </property>
  <property fmtid="{D5CDD505-2E9C-101B-9397-08002B2CF9AE}" pid="7" name="MSIP_Label_d706494a-bfc2-4f46-ab17-24d8fac696a6_SiteId">
    <vt:lpwstr>b110eddf-23ae-457c-a6f3-734d592b2847</vt:lpwstr>
  </property>
  <property fmtid="{D5CDD505-2E9C-101B-9397-08002B2CF9AE}" pid="8" name="MSIP_Label_d706494a-bfc2-4f46-ab17-24d8fac696a6_ActionId">
    <vt:lpwstr>f3134ea3-b301-4d6f-b4fa-18d1581890cb</vt:lpwstr>
  </property>
  <property fmtid="{D5CDD505-2E9C-101B-9397-08002B2CF9AE}" pid="9" name="MSIP_Label_d706494a-bfc2-4f46-ab17-24d8fac696a6_ContentBits">
    <vt:lpwstr>0</vt:lpwstr>
  </property>
  <property fmtid="{D5CDD505-2E9C-101B-9397-08002B2CF9AE}" pid="10" name="MediaServiceImageTags">
    <vt:lpwstr/>
  </property>
</Properties>
</file>